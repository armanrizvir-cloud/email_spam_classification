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MailGuard: Intelligent Email Spam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  <a:latin typeface="Segoe UI"/>
              </a:rPr>
              <a:t>A Machine Learning approach using NLP</a:t>
            </a:r>
          </a:p>
          <a:p/>
          <a:p>
            <a:r>
              <a:rPr sz="2200">
                <a:solidFill>
                  <a:srgbClr val="DCDCDC"/>
                </a:solidFill>
                <a:latin typeface="Segoe UI"/>
              </a:rPr>
              <a:t>Presented by: Arman Rizvi</a:t>
            </a:r>
          </a:p>
          <a:p>
            <a:r>
              <a:rPr sz="2200">
                <a:solidFill>
                  <a:srgbClr val="DCDCDC"/>
                </a:solidFill>
                <a:latin typeface="Segoe UI"/>
              </a:rPr>
              <a:t>3rd Year B.Tech, Data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Email spam wastes time, reduces productivity, and often carries malicious payloads.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Traditional rule-based filters are easily bypassed by modern spammers.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There is a need for an automated, NLP-based detection tool that understands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Preprocess and extract features from unstructured email text.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Train and compare multiple Machine Learning classification algorithms.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Evaluate models using Precision and F1-score to minimize false positives.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Develop an automated pipeline for intelligent model selection.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Build an interactive web dashboard for real-time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Sourced from HuggingFace / Kaggle (10,900+ emails).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Features used: Raw email text.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Target Variable: 'label' (0 = Ham/Legitimate, 1 = Spam).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Class Distribution: Perfectly balanced (~50% Spam, 50% Ham).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Data Preprocessing &amp;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Handling Missing Data: Filled empty text fields.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NLP Cleaning: Converted to lowercase, removing formatting.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Vectorization: Used TF-IDF (Term Frequency-Inverse Document Frequency).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N-grams: Extracted both unigrams and bigrams for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Algorithms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1. Logistic Regression: A fast, interpretable baseline.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2. Naive Bayes: The classic NLP text classifier.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3. Random Forest: An ensemble method to capture complex patterns.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4. Linear SVC: A Support Vector Machine optimized for sparse TF-IDF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Accuracy is not enough. We prioritized: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Precision: Out of all flagged emails, how many were actually spam? (Crucial to avoid filtering legitimate emails)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Recall: Out of all actual spam, how many did we catch?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F1-Score: The harmonic mean of Precision and Recall. Our primary metric for model selection.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Training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Logistic Regression: Accuracy 99.6% | Precision 99.8%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Naive Bayes: Accuracy 99.5% | Precision 99.3%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Random Forest: Accuracy 99.3% | Precision 98.9%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Linear SVC: Accuracy 99.6% | Precision 99.7%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Winner: Linear SVC. Automatically selected by the pipeline for balancing top-tier Precision and F1-Score.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Built using Python Dash and Dash Bootstrap Components.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Features a 'Cyborg' dark-mode premium UI.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Real-time Inference: Users paste an email, and the backend vectorizes and predicts instantly.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Model Insights: Visualizes exactly which words the model flagged as 'Spam'.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Conclusion: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Successfully built an end-to-end ML pipeline.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Proved that Linear SVC is highly effective on sparse text data.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Achieved 99.7% Precision, protecting legitimate emails.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Future Scope: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Upgrade from TF-IDF to Transformer models (BERT).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Deploy as a web-mail API plugin.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